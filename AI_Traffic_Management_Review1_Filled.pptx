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9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7" r:id="rId12"/>
    <p:sldId id="276" r:id="rId13"/>
    <p:sldId id="272" r:id="rId14"/>
    <p:sldId id="271" r:id="rId15"/>
    <p:sldId id="270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mdzaidddd2005-tech/AI-Based-Traffic-Management-System.gi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800" b="1">
                <a:solidFill>
                  <a:srgbClr val="000000"/>
                </a:solidFill>
                <a:latin typeface="Cambria"/>
              </a:rPr>
              <a:t>AI-POWERED TRAFFIC MANAGEMENT SYSTEM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sz="1800" b="1">
                <a:solidFill>
                  <a:srgbClr val="1F426E"/>
                </a:solidFill>
                <a:latin typeface="Cambria"/>
              </a:rPr>
              <a:t>Project ID: PRJ_555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sz="1500" b="1">
                <a:solidFill>
                  <a:srgbClr val="1F426E"/>
                </a:solidFill>
                <a:latin typeface="Cambria"/>
              </a:rPr>
              <a:t>Under the Supervision of,</a:t>
            </a:r>
            <a:br/>
            <a:br/>
            <a:r>
              <a:rPr sz="1500" b="1">
                <a:solidFill>
                  <a:srgbClr val="1F426E"/>
                </a:solidFill>
                <a:latin typeface="Cambria"/>
              </a:rPr>
              <a:t>Thummalapalli Lakshmi Vara Prasad</a:t>
            </a:r>
            <a:br/>
            <a:r>
              <a:rPr sz="1500" b="1">
                <a:solidFill>
                  <a:srgbClr val="1F426E"/>
                </a:solidFill>
                <a:latin typeface="Cambria"/>
              </a:rPr>
              <a:t>School of Computer Science and Engineering</a:t>
            </a:r>
            <a:br/>
            <a:r>
              <a:rPr sz="1500" b="1">
                <a:solidFill>
                  <a:srgbClr val="1F426E"/>
                </a:solidFill>
                <a:latin typeface="Cambri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sz="1300" b="1">
                <a:solidFill>
                  <a:srgbClr val="4673AF"/>
                </a:solidFill>
                <a:latin typeface="Cambria"/>
              </a:rPr>
              <a:t>Name of the Program: Computer Engineering</a:t>
            </a:r>
            <a:br/>
            <a:r>
              <a:rPr sz="1300" b="1">
                <a:solidFill>
                  <a:srgbClr val="4673AF"/>
                </a:solidFill>
                <a:latin typeface="Cambria"/>
              </a:rPr>
              <a:t>Name of the HoD: Dr. Gopalkrishna Shyam</a:t>
            </a:r>
            <a:br/>
            <a:r>
              <a:rPr sz="1300" b="1">
                <a:solidFill>
                  <a:srgbClr val="4673AF"/>
                </a:solidFill>
                <a:latin typeface="Cambria"/>
              </a:rPr>
              <a:t>Name of the Program Project Coordinator: Ms. Sumita Guddin</a:t>
            </a:r>
            <a:br/>
            <a:r>
              <a:rPr sz="1300" b="1">
                <a:solidFill>
                  <a:srgbClr val="4673AF"/>
                </a:solidFill>
                <a:latin typeface="Cambria"/>
              </a:rPr>
              <a:t>Name of the School Project Coordinators: Mr. Muthuraju V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Mohammed Zaid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20231COM0024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Syed Mohammed Rabi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20231COM0081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N Kushal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mbria"/>
                        </a:rPr>
                        <a:t>20231COM0018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rIns="73152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sz="1800" b="1">
                <a:solidFill>
                  <a:srgbClr val="1F426E"/>
                </a:solidFill>
                <a:latin typeface="Cambria"/>
              </a:rPr>
              <a:t>Panel No: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Statement/Output Expected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68680" y="1143000"/>
            <a:ext cx="1014984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000" b="0">
                <a:solidFill>
                  <a:srgbClr val="1F426E"/>
                </a:solidFill>
                <a:latin typeface="Cambria"/>
              </a:rPr>
              <a:t>Category (Hardware / Software / Both): Software</a:t>
            </a:r>
            <a:br/>
            <a:br/>
            <a:r>
              <a:rPr sz="2000" b="0">
                <a:solidFill>
                  <a:srgbClr val="1F426E"/>
                </a:solidFill>
                <a:latin typeface="Cambria"/>
              </a:rPr>
              <a:t>Problem Description:</a:t>
            </a:r>
            <a:br/>
            <a:r>
              <a:rPr sz="2000" b="0">
                <a:solidFill>
                  <a:srgbClr val="1F426E"/>
                </a:solidFill>
                <a:latin typeface="Cambria"/>
              </a:rPr>
              <a:t>Urban traffic congestion is a major challenge due to increasing vehicle density, limited road capacity, accidents, and inefficient traffic-signal operation. Conventional fixed-time signals fail to adapt to real-time traffic changes.</a:t>
            </a:r>
            <a:br/>
            <a:br/>
            <a:r>
              <a:rPr sz="2000" b="0">
                <a:solidFill>
                  <a:srgbClr val="1F426E"/>
                </a:solidFill>
                <a:latin typeface="Cambria"/>
              </a:rPr>
              <a:t>Difficulty Level: Advanced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14400" y="1234440"/>
            <a:ext cx="1005840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900" b="0">
                <a:solidFill>
                  <a:srgbClr val="1F426E"/>
                </a:solidFill>
                <a:latin typeface="Cambria"/>
              </a:rPr>
              <a:t>The Github link provided should have public access permission.</a:t>
            </a:r>
            <a:br/>
            <a:br/>
            <a:r>
              <a:rPr sz="1900" b="0">
                <a:solidFill>
                  <a:srgbClr val="1F426E"/>
                </a:solidFill>
                <a:latin typeface="Cambria"/>
              </a:rPr>
              <a:t>Github Link:</a:t>
            </a:r>
            <a:br/>
            <a:r>
              <a:rPr sz="1900" b="0" u="sng">
                <a:solidFill>
                  <a:srgbClr val="0066CC"/>
                </a:solidFill>
                <a:latin typeface="Cambria"/>
                <a:hlinkClick r:id="rId3"/>
              </a:rPr>
              <a:t>https://github.com/mdzaidddd2005-tech/AI-Based-Traffic-Management-System.git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1234440"/>
            <a:ext cx="1005840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100" b="0">
                <a:solidFill>
                  <a:srgbClr val="1F426E"/>
                </a:solidFill>
                <a:latin typeface="Cambria"/>
              </a:rPr>
              <a:t>About the project:</a:t>
            </a:r>
            <a:br/>
            <a:br/>
            <a:r>
              <a:rPr sz="2100" b="0">
                <a:solidFill>
                  <a:srgbClr val="1F426E"/>
                </a:solidFill>
                <a:latin typeface="Cambria"/>
              </a:rPr>
              <a:t>The AI-Based Traffic Management System proposes an intelligent approach to traffic control by combining Computer Vision, YOLO-based vehicle detection, vehicle counting, traffic-density analysis, and adaptive signal timing.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1143000"/>
            <a:ext cx="1005840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100" b="1">
                <a:solidFill>
                  <a:srgbClr val="1F426E"/>
                </a:solidFill>
                <a:latin typeface="Cambria"/>
              </a:rPr>
              <a:t>Literature Review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7280" y="1600200"/>
            <a:ext cx="9875520" cy="3246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>
                <a:solidFill>
                  <a:srgbClr val="1F426E"/>
                </a:solidFill>
                <a:latin typeface="Cambria"/>
              </a:rPr>
              <a:t>• Fixed-Time Signals → Simple but non-adaptive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>
                <a:solidFill>
                  <a:srgbClr val="1F426E"/>
                </a:solidFill>
                <a:latin typeface="Cambria"/>
              </a:rPr>
              <a:t>• Sensor-Based Control → Detects vehicles but limited coverage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>
                <a:solidFill>
                  <a:srgbClr val="1F426E"/>
                </a:solidFill>
                <a:latin typeface="Cambria"/>
              </a:rPr>
              <a:t>• CCTV Monitoring → Visual but often manual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>
                <a:solidFill>
                  <a:srgbClr val="1F426E"/>
                </a:solidFill>
                <a:latin typeface="Cambria"/>
              </a:rPr>
              <a:t>• AI Vehicle Detection (YOLO) → Real-time detection, needs computing resources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>
                <a:solidFill>
                  <a:srgbClr val="1F426E"/>
                </a:solidFill>
                <a:latin typeface="Cambria"/>
              </a:rPr>
              <a:t>• Adaptive Control → AI-driven, complex but effective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7280" y="4800600"/>
            <a:ext cx="987552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700" b="0">
                <a:solidFill>
                  <a:srgbClr val="1F426E"/>
                </a:solidFill>
                <a:latin typeface="Cambria"/>
              </a:rPr>
              <a:t>Research Gap: No integrated system for detection + counting + density estimation + adaptive timing.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6" name="Picture 115" descr="C2CDC8A9-0CB4-4467-B30F-E91063C06EF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60120"/>
            <a:ext cx="1078992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/Output Expected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1143000"/>
            <a:ext cx="100584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100" b="1">
                <a:solidFill>
                  <a:srgbClr val="1F426E"/>
                </a:solidFill>
                <a:latin typeface="Cambria"/>
              </a:rPr>
              <a:t>Expected Output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1560" y="1737360"/>
            <a:ext cx="996696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Vehicle detection with bounding boxes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Vehicle classification (car, bike, bus, truck)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Lane-wise vehicle counts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Density levels (Low, Medium, High)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Adaptive green-light timing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Dashboard with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14400" y="1143000"/>
            <a:ext cx="10058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100" b="1">
                <a:solidFill>
                  <a:srgbClr val="1F426E"/>
                </a:solidFill>
                <a:latin typeface="Cambria"/>
              </a:rPr>
              <a:t>Software Requirements: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1560" y="1691640"/>
            <a:ext cx="9875520" cy="4160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Python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OpenCV &amp; YOLO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TensorFlow / PyTorch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Flask / FastAPI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MySQL / MongoDB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HTML, CSS &amp; JavaScript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VS Code / Jupyter Notebook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Windows / Linux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14400" y="1143000"/>
            <a:ext cx="10058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100" b="1">
                <a:solidFill>
                  <a:srgbClr val="1F426E"/>
                </a:solidFill>
                <a:latin typeface="Cambria"/>
              </a:rPr>
              <a:t>Hardware Requirements: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560" y="1691640"/>
            <a:ext cx="9875520" cy="4251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Computer/Laptop with minimum 8 GB RAM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Intel i5 / AMD Ryzen 5 or higher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CCTV / IP Camera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Raspberry Pi or edge device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IoT sensors for traffic monitoring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Internet/Wi-Fi connectivity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1F426E"/>
                </a:solidFill>
                <a:latin typeface="Cambria"/>
              </a:rPr>
              <a:t>• GPU (optional) for faster AI model processing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6" name="Picture 115" descr="gantt_top_read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51560"/>
            <a:ext cx="3794760" cy="4754880"/>
          </a:xfrm>
          <a:prstGeom prst="rect">
            <a:avLst/>
          </a:prstGeom>
        </p:spPr>
      </p:pic>
      <p:pic>
        <p:nvPicPr>
          <p:cNvPr id="117" name="Picture 116" descr="gantt_bottom_read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051560"/>
            <a:ext cx="379476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914400" y="1097280"/>
            <a:ext cx="10058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100" b="1">
                <a:solidFill>
                  <a:srgbClr val="1F426E"/>
                </a:solidFill>
                <a:latin typeface="Cambria"/>
              </a:rPr>
              <a:t>References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60120" y="1645920"/>
            <a:ext cx="1014984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426E"/>
                </a:solidFill>
                <a:latin typeface="Cambria"/>
              </a:rPr>
              <a:t>• Xiao et al. (2026) — Survey on AI-based intelligent traffic signal control using reinforcement learning.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426E"/>
                </a:solidFill>
                <a:latin typeface="Cambria"/>
              </a:rPr>
              <a:t>• Zhao et al. (2024) — Review of deep reinforcement learning for traffic signal control.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426E"/>
                </a:solidFill>
                <a:latin typeface="Cambria"/>
              </a:rPr>
              <a:t>• Haydari &amp; Yilmaz (2022) — Survey of deep reinforcement learning in intelligent transportation systems.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426E"/>
                </a:solidFill>
                <a:latin typeface="Cambria"/>
              </a:rPr>
              <a:t>• Noaeen et al. (2022) — Systematic review of reinforcement learning for urban traffic signals.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426E"/>
                </a:solidFill>
                <a:latin typeface="Cambria"/>
              </a:rPr>
              <a:t>• Patil et al. (2026) — Review of AI techniques for traffic signal control.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426E"/>
                </a:solidFill>
                <a:latin typeface="Cambria"/>
              </a:rPr>
              <a:t>• Redmon et al. (2016) — YOLO-based real-time vehicle and object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262</Words>
  <Application>Microsoft Office PowerPoint</Application>
  <PresentationFormat>Widescreen</PresentationFormat>
  <Paragraphs>81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 Number: </vt:lpstr>
      <vt:lpstr>Github Link</vt:lpstr>
      <vt:lpstr>Introduction</vt:lpstr>
      <vt:lpstr>Literature Review</vt:lpstr>
      <vt:lpstr>Architecture Diagram</vt:lpstr>
      <vt:lpstr>Analysis of Problem Statement /Output Expected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46</cp:revision>
  <dcterms:modified xsi:type="dcterms:W3CDTF">2026-08-28T07:57:29Z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